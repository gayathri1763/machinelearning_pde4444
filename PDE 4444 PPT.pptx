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5" r:id="rId8"/>
    <p:sldId id="263" r:id="rId9"/>
    <p:sldId id="260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36288-4340-4299-BAF5-9D9B4D13D74A}" v="11" dt="2026-04-20T15:52:23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hri Satheesh L" userId="e8e28104af12790a" providerId="LiveId" clId="{EEF0ACF7-EE57-4C25-B569-617E155B24CF}"/>
    <pc:docChg chg="undo custSel addSld delSld modSld sldOrd">
      <pc:chgData name="Gayathri Satheesh L" userId="e8e28104af12790a" providerId="LiveId" clId="{EEF0ACF7-EE57-4C25-B569-617E155B24CF}" dt="2026-04-24T06:42:24.212" v="859"/>
      <pc:docMkLst>
        <pc:docMk/>
      </pc:docMkLst>
      <pc:sldChg chg="modSp mod">
        <pc:chgData name="Gayathri Satheesh L" userId="e8e28104af12790a" providerId="LiveId" clId="{EEF0ACF7-EE57-4C25-B569-617E155B24CF}" dt="2026-04-20T15:31:39.561" v="441" actId="20577"/>
        <pc:sldMkLst>
          <pc:docMk/>
          <pc:sldMk cId="1425177589" sldId="256"/>
        </pc:sldMkLst>
        <pc:spChg chg="mod">
          <ac:chgData name="Gayathri Satheesh L" userId="e8e28104af12790a" providerId="LiveId" clId="{EEF0ACF7-EE57-4C25-B569-617E155B24CF}" dt="2026-04-20T15:31:39.561" v="441" actId="20577"/>
          <ac:spMkLst>
            <pc:docMk/>
            <pc:sldMk cId="1425177589" sldId="256"/>
            <ac:spMk id="3" creationId="{8C8774AA-6E5B-D96B-646E-8575506DFFC2}"/>
          </ac:spMkLst>
        </pc:spChg>
      </pc:sldChg>
      <pc:sldChg chg="modSp mod">
        <pc:chgData name="Gayathri Satheesh L" userId="e8e28104af12790a" providerId="LiveId" clId="{EEF0ACF7-EE57-4C25-B569-617E155B24CF}" dt="2026-04-20T15:37:50.444" v="521" actId="20577"/>
        <pc:sldMkLst>
          <pc:docMk/>
          <pc:sldMk cId="3654000899" sldId="257"/>
        </pc:sldMkLst>
        <pc:spChg chg="mod">
          <ac:chgData name="Gayathri Satheesh L" userId="e8e28104af12790a" providerId="LiveId" clId="{EEF0ACF7-EE57-4C25-B569-617E155B24CF}" dt="2026-04-20T15:37:50.444" v="521" actId="20577"/>
          <ac:spMkLst>
            <pc:docMk/>
            <pc:sldMk cId="3654000899" sldId="257"/>
            <ac:spMk id="3" creationId="{4B86FA0B-2BF3-3C60-8D62-D7CC9E253479}"/>
          </ac:spMkLst>
        </pc:spChg>
      </pc:sldChg>
      <pc:sldChg chg="delSp modSp mod">
        <pc:chgData name="Gayathri Satheesh L" userId="e8e28104af12790a" providerId="LiveId" clId="{EEF0ACF7-EE57-4C25-B569-617E155B24CF}" dt="2026-04-20T15:42:14.475" v="663" actId="20577"/>
        <pc:sldMkLst>
          <pc:docMk/>
          <pc:sldMk cId="2899062609" sldId="258"/>
        </pc:sldMkLst>
        <pc:spChg chg="mod">
          <ac:chgData name="Gayathri Satheesh L" userId="e8e28104af12790a" providerId="LiveId" clId="{EEF0ACF7-EE57-4C25-B569-617E155B24CF}" dt="2026-04-20T15:42:14.475" v="663" actId="20577"/>
          <ac:spMkLst>
            <pc:docMk/>
            <pc:sldMk cId="2899062609" sldId="258"/>
            <ac:spMk id="3" creationId="{60A80AE2-4C00-84C8-F8BF-6B4A9DB52478}"/>
          </ac:spMkLst>
        </pc:spChg>
      </pc:sldChg>
      <pc:sldChg chg="modSp mod">
        <pc:chgData name="Gayathri Satheesh L" userId="e8e28104af12790a" providerId="LiveId" clId="{EEF0ACF7-EE57-4C25-B569-617E155B24CF}" dt="2026-04-20T15:43:08.663" v="666" actId="20577"/>
        <pc:sldMkLst>
          <pc:docMk/>
          <pc:sldMk cId="1348763914" sldId="259"/>
        </pc:sldMkLst>
        <pc:spChg chg="mod">
          <ac:chgData name="Gayathri Satheesh L" userId="e8e28104af12790a" providerId="LiveId" clId="{EEF0ACF7-EE57-4C25-B569-617E155B24CF}" dt="2026-04-20T15:43:08.663" v="666" actId="20577"/>
          <ac:spMkLst>
            <pc:docMk/>
            <pc:sldMk cId="1348763914" sldId="259"/>
            <ac:spMk id="3" creationId="{EC74E700-F8DF-335E-BC65-64E0CE63534C}"/>
          </ac:spMkLst>
        </pc:spChg>
      </pc:sldChg>
      <pc:sldChg chg="addSp delSp modSp mod">
        <pc:chgData name="Gayathri Satheesh L" userId="e8e28104af12790a" providerId="LiveId" clId="{EEF0ACF7-EE57-4C25-B569-617E155B24CF}" dt="2026-04-20T15:56:55.866" v="855" actId="27636"/>
        <pc:sldMkLst>
          <pc:docMk/>
          <pc:sldMk cId="3492545634" sldId="260"/>
        </pc:sldMkLst>
        <pc:spChg chg="mod">
          <ac:chgData name="Gayathri Satheesh L" userId="e8e28104af12790a" providerId="LiveId" clId="{EEF0ACF7-EE57-4C25-B569-617E155B24CF}" dt="2026-04-20T15:29:20.649" v="436" actId="20577"/>
          <ac:spMkLst>
            <pc:docMk/>
            <pc:sldMk cId="3492545634" sldId="260"/>
            <ac:spMk id="2" creationId="{4A6108F5-0E92-133B-F4CB-07AB2879EFC9}"/>
          </ac:spMkLst>
        </pc:spChg>
        <pc:spChg chg="mod">
          <ac:chgData name="Gayathri Satheesh L" userId="e8e28104af12790a" providerId="LiveId" clId="{EEF0ACF7-EE57-4C25-B569-617E155B24CF}" dt="2026-04-20T15:56:55.866" v="855" actId="27636"/>
          <ac:spMkLst>
            <pc:docMk/>
            <pc:sldMk cId="3492545634" sldId="260"/>
            <ac:spMk id="3" creationId="{5BB16875-99DA-F8C3-7CEB-CCAA8DE22268}"/>
          </ac:spMkLst>
        </pc:spChg>
      </pc:sldChg>
      <pc:sldChg chg="delSp modSp new mod">
        <pc:chgData name="Gayathri Satheesh L" userId="e8e28104af12790a" providerId="LiveId" clId="{EEF0ACF7-EE57-4C25-B569-617E155B24CF}" dt="2026-04-20T15:54:32.073" v="848" actId="478"/>
        <pc:sldMkLst>
          <pc:docMk/>
          <pc:sldMk cId="4093266026" sldId="261"/>
        </pc:sldMkLst>
        <pc:spChg chg="mod">
          <ac:chgData name="Gayathri Satheesh L" userId="e8e28104af12790a" providerId="LiveId" clId="{EEF0ACF7-EE57-4C25-B569-617E155B24CF}" dt="2026-04-20T15:39:51.309" v="560" actId="113"/>
          <ac:spMkLst>
            <pc:docMk/>
            <pc:sldMk cId="4093266026" sldId="261"/>
            <ac:spMk id="3" creationId="{2D6D363D-568E-C5A2-43F4-E7562CA971F6}"/>
          </ac:spMkLst>
        </pc:spChg>
      </pc:sldChg>
      <pc:sldChg chg="delSp modSp new mod ord">
        <pc:chgData name="Gayathri Satheesh L" userId="e8e28104af12790a" providerId="LiveId" clId="{EEF0ACF7-EE57-4C25-B569-617E155B24CF}" dt="2026-04-20T15:56:26.420" v="849" actId="20577"/>
        <pc:sldMkLst>
          <pc:docMk/>
          <pc:sldMk cId="3374778489" sldId="262"/>
        </pc:sldMkLst>
        <pc:spChg chg="mod">
          <ac:chgData name="Gayathri Satheesh L" userId="e8e28104af12790a" providerId="LiveId" clId="{EEF0ACF7-EE57-4C25-B569-617E155B24CF}" dt="2026-04-20T15:56:26.420" v="849" actId="20577"/>
          <ac:spMkLst>
            <pc:docMk/>
            <pc:sldMk cId="3374778489" sldId="262"/>
            <ac:spMk id="3" creationId="{46254D58-4DBB-4E90-C3A5-DDB55EC6CE16}"/>
          </ac:spMkLst>
        </pc:spChg>
      </pc:sldChg>
      <pc:sldChg chg="delSp modSp new mod">
        <pc:chgData name="Gayathri Satheesh L" userId="e8e28104af12790a" providerId="LiveId" clId="{EEF0ACF7-EE57-4C25-B569-617E155B24CF}" dt="2026-04-20T15:46:03.260" v="712" actId="27636"/>
        <pc:sldMkLst>
          <pc:docMk/>
          <pc:sldMk cId="493552534" sldId="263"/>
        </pc:sldMkLst>
        <pc:spChg chg="mod">
          <ac:chgData name="Gayathri Satheesh L" userId="e8e28104af12790a" providerId="LiveId" clId="{EEF0ACF7-EE57-4C25-B569-617E155B24CF}" dt="2026-04-20T15:46:03.260" v="712" actId="27636"/>
          <ac:spMkLst>
            <pc:docMk/>
            <pc:sldMk cId="493552534" sldId="263"/>
            <ac:spMk id="3" creationId="{7D31FF55-659D-132A-7A50-3292E7C20223}"/>
          </ac:spMkLst>
        </pc:spChg>
      </pc:sldChg>
      <pc:sldChg chg="modSp new mod ord">
        <pc:chgData name="Gayathri Satheesh L" userId="e8e28104af12790a" providerId="LiveId" clId="{EEF0ACF7-EE57-4C25-B569-617E155B24CF}" dt="2026-04-24T06:42:24.212" v="859"/>
        <pc:sldMkLst>
          <pc:docMk/>
          <pc:sldMk cId="1017293794" sldId="264"/>
        </pc:sldMkLst>
        <pc:spChg chg="mod">
          <ac:chgData name="Gayathri Satheesh L" userId="e8e28104af12790a" providerId="LiveId" clId="{EEF0ACF7-EE57-4C25-B569-617E155B24CF}" dt="2026-04-20T15:47:51.750" v="763" actId="20577"/>
          <ac:spMkLst>
            <pc:docMk/>
            <pc:sldMk cId="1017293794" sldId="264"/>
            <ac:spMk id="2" creationId="{4172FCE3-6386-A173-7573-C630BE5AFEC9}"/>
          </ac:spMkLst>
        </pc:spChg>
        <pc:spChg chg="mod">
          <ac:chgData name="Gayathri Satheesh L" userId="e8e28104af12790a" providerId="LiveId" clId="{EEF0ACF7-EE57-4C25-B569-617E155B24CF}" dt="2026-04-20T15:48:25.987" v="778" actId="1076"/>
          <ac:spMkLst>
            <pc:docMk/>
            <pc:sldMk cId="1017293794" sldId="264"/>
            <ac:spMk id="3" creationId="{8F6502A5-B1E7-D559-FE37-598256C67D5D}"/>
          </ac:spMkLst>
        </pc:spChg>
      </pc:sldChg>
      <pc:sldChg chg="delSp modSp new mod">
        <pc:chgData name="Gayathri Satheesh L" userId="e8e28104af12790a" providerId="LiveId" clId="{EEF0ACF7-EE57-4C25-B569-617E155B24CF}" dt="2026-04-20T15:51:30.370" v="843" actId="15"/>
        <pc:sldMkLst>
          <pc:docMk/>
          <pc:sldMk cId="2116846364" sldId="265"/>
        </pc:sldMkLst>
        <pc:spChg chg="mod">
          <ac:chgData name="Gayathri Satheesh L" userId="e8e28104af12790a" providerId="LiveId" clId="{EEF0ACF7-EE57-4C25-B569-617E155B24CF}" dt="2026-04-20T15:51:30.370" v="843" actId="15"/>
          <ac:spMkLst>
            <pc:docMk/>
            <pc:sldMk cId="2116846364" sldId="265"/>
            <ac:spMk id="3" creationId="{746B778D-DEC3-3D74-4A0B-E029968ED8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34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7854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876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1688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508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309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3153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555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509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FB581E5-541A-4B6A-A797-D60F616D9E9D}" type="datetimeFigureOut">
              <a:rPr lang="en-AE" smtClean="0"/>
              <a:t>24/04/2026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7777470-D118-4B11-A8D3-01E5197BC0B3}" type="slidenum">
              <a:rPr lang="en-AE" smtClean="0"/>
              <a:t>‹#›</a:t>
            </a:fld>
            <a:endParaRPr lang="en-A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28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F523-2AE2-DB77-7104-A6A99296D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952"/>
            <a:ext cx="9242323" cy="164342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/>
              <a:t>ML-Based Visual Quality Inspection System</a:t>
            </a:r>
            <a:br>
              <a:rPr lang="en-GB" sz="4400" b="1" dirty="0"/>
            </a:br>
            <a:r>
              <a:rPr lang="en-GB" sz="4400" b="1" dirty="0"/>
              <a:t>PDE 4444 COURSEWORK</a:t>
            </a:r>
            <a:endParaRPr lang="en-A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774AA-6E5B-D96B-646E-8575506DF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961" y="2626820"/>
            <a:ext cx="10058400" cy="1643428"/>
          </a:xfrm>
        </p:spPr>
        <p:txBody>
          <a:bodyPr>
            <a:normAutofit/>
          </a:bodyPr>
          <a:lstStyle/>
          <a:p>
            <a:r>
              <a:rPr lang="en-US" dirty="0"/>
              <a:t>					PRESENTED BY:</a:t>
            </a:r>
          </a:p>
          <a:p>
            <a:r>
              <a:rPr lang="en-US" dirty="0"/>
              <a:t>					IRAM SALIM MUKRI(M01092222)</a:t>
            </a:r>
          </a:p>
          <a:p>
            <a:r>
              <a:rPr lang="en-US" dirty="0"/>
              <a:t>					Gayathri Satheesh L(M01087828)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F7B5-03EC-3923-41FB-E9863C6B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6100"/>
            <a:ext cx="10058400" cy="1450757"/>
          </a:xfrm>
        </p:spPr>
        <p:txBody>
          <a:bodyPr>
            <a:normAutofit/>
          </a:bodyPr>
          <a:lstStyle/>
          <a:p>
            <a:r>
              <a:rPr lang="en-US" sz="2800" b="1" dirty="0"/>
              <a:t>THE IDEA AND SYSTEM DESCRIPTION</a:t>
            </a:r>
            <a:endParaRPr lang="en-AE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FA0B-2BF3-3C60-8D62-D7CC9E25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1541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built a Computer Vision system using Deep Learning (CNN) that:</a:t>
            </a:r>
          </a:p>
          <a:p>
            <a:pPr marL="0" indent="0">
              <a:buNone/>
            </a:pPr>
            <a:r>
              <a:rPr lang="en-US" dirty="0"/>
              <a:t>	Takes an image (or webcam input)</a:t>
            </a:r>
          </a:p>
          <a:p>
            <a:pPr marL="0" indent="0">
              <a:buNone/>
            </a:pPr>
            <a:r>
              <a:rPr lang="en-US" dirty="0"/>
              <a:t>	Classifies bottle orientation</a:t>
            </a:r>
          </a:p>
          <a:p>
            <a:pPr marL="0" indent="0">
              <a:buNone/>
            </a:pPr>
            <a:r>
              <a:rPr lang="en-US" dirty="0"/>
              <a:t>	Outputs:    </a:t>
            </a:r>
          </a:p>
          <a:p>
            <a:pPr marL="0" indent="0">
              <a:buNone/>
            </a:pPr>
            <a:r>
              <a:rPr lang="en-US" dirty="0"/>
              <a:t>	 	PASS (upright)    </a:t>
            </a:r>
          </a:p>
          <a:p>
            <a:pPr marL="0" indent="0">
              <a:buNone/>
            </a:pPr>
            <a:r>
              <a:rPr lang="en-US" dirty="0"/>
              <a:t>		 FAIL (incorrect orientation)</a:t>
            </a:r>
          </a:p>
          <a:p>
            <a:pPr marL="0" indent="0">
              <a:buNone/>
            </a:pPr>
            <a:r>
              <a:rPr lang="en-US" dirty="0"/>
              <a:t>Application</a:t>
            </a:r>
          </a:p>
          <a:p>
            <a:pPr marL="0" indent="0">
              <a:buNone/>
            </a:pPr>
            <a:r>
              <a:rPr lang="en-US" dirty="0"/>
              <a:t>	Industrial quality inspection</a:t>
            </a:r>
          </a:p>
          <a:p>
            <a:pPr marL="0" indent="0">
              <a:buNone/>
            </a:pPr>
            <a:r>
              <a:rPr lang="en-US" dirty="0"/>
              <a:t>	Automated bottle sorting systems</a:t>
            </a:r>
          </a:p>
          <a:p>
            <a:pPr marL="0" indent="0">
              <a:buNone/>
            </a:pPr>
            <a:r>
              <a:rPr lang="en-US" dirty="0"/>
              <a:t>	Smart manufacturing pipelines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5400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363D-568E-C5A2-43F4-E7562CA97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Workflow</a:t>
            </a:r>
          </a:p>
          <a:p>
            <a:r>
              <a:rPr lang="en-US" dirty="0"/>
              <a:t>1. Image input (dataset / webcam)</a:t>
            </a:r>
          </a:p>
          <a:p>
            <a:r>
              <a:rPr lang="en-US" dirty="0"/>
              <a:t>2. Preprocessing (resize + normalization)</a:t>
            </a:r>
          </a:p>
          <a:p>
            <a:r>
              <a:rPr lang="en-US" dirty="0"/>
              <a:t>3. CNN model processes image</a:t>
            </a:r>
          </a:p>
          <a:p>
            <a:r>
              <a:rPr lang="en-US" dirty="0"/>
              <a:t>4. Model predicts:    </a:t>
            </a:r>
          </a:p>
          <a:p>
            <a:pPr lvl="1"/>
            <a:r>
              <a:rPr lang="en-US" dirty="0"/>
              <a:t>Class (PASS / FAIL)   </a:t>
            </a:r>
          </a:p>
          <a:p>
            <a:pPr lvl="1"/>
            <a:r>
              <a:rPr lang="en-US" dirty="0"/>
              <a:t>Confidence score</a:t>
            </a:r>
            <a:endParaRPr lang="en-AE" dirty="0"/>
          </a:p>
          <a:p>
            <a:pPr marL="201168" lvl="1" indent="0">
              <a:buNone/>
            </a:pPr>
            <a:r>
              <a:rPr lang="en-US" sz="2000" b="1" dirty="0"/>
              <a:t>Components</a:t>
            </a:r>
            <a:r>
              <a:rPr lang="en-US" sz="2000" dirty="0"/>
              <a:t> </a:t>
            </a:r>
          </a:p>
          <a:p>
            <a:pPr marL="201168" lvl="1" indent="0">
              <a:buNone/>
            </a:pPr>
            <a:r>
              <a:rPr lang="en-US" sz="2000" dirty="0"/>
              <a:t>Input: Images / webcam feed</a:t>
            </a:r>
          </a:p>
          <a:p>
            <a:pPr marL="201168" lvl="1" indent="0">
              <a:buNone/>
            </a:pPr>
            <a:r>
              <a:rPr lang="en-US" sz="2000" dirty="0"/>
              <a:t> Processing: CNN model (</a:t>
            </a:r>
            <a:r>
              <a:rPr lang="en-US" sz="2000" dirty="0" err="1"/>
              <a:t>PyTorch</a:t>
            </a:r>
            <a:r>
              <a:rPr lang="en-US" sz="2000" dirty="0"/>
              <a:t>)</a:t>
            </a:r>
          </a:p>
          <a:p>
            <a:pPr marL="201168" lvl="1" indent="0">
              <a:buNone/>
            </a:pPr>
            <a:r>
              <a:rPr lang="en-US" sz="2000" dirty="0"/>
              <a:t> Output: Label + confidence</a:t>
            </a:r>
          </a:p>
        </p:txBody>
      </p:sp>
    </p:spTree>
    <p:extLst>
      <p:ext uri="{BB962C8B-B14F-4D97-AF65-F5344CB8AC3E}">
        <p14:creationId xmlns:p14="http://schemas.microsoft.com/office/powerpoint/2010/main" val="409326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5970-EF2D-5AA3-0131-65701BFE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DATASET AND DETAILS</a:t>
            </a:r>
            <a:endParaRPr lang="en-A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80AE2-4C00-84C8-F8BF-6B4A9DB52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986565" cy="46140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E" dirty="0"/>
              <a:t>We have collected images and created our own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There are two specific folders – PASS and FAIL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PASS folder –  483 images	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FAIL folder – 533 images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224 x 224 pixels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Normalise: pixel/225 and converted to tensor format</a:t>
            </a:r>
          </a:p>
          <a:p>
            <a:pPr marL="0" indent="0">
              <a:buNone/>
            </a:pPr>
            <a:r>
              <a:rPr lang="en-US" dirty="0"/>
              <a:t>Data Augmentation (PASS only)</a:t>
            </a:r>
          </a:p>
          <a:p>
            <a:pPr marL="0" indent="0">
              <a:buNone/>
            </a:pPr>
            <a:r>
              <a:rPr lang="en-US" dirty="0"/>
              <a:t>	 Brightness variation</a:t>
            </a:r>
          </a:p>
          <a:p>
            <a:pPr marL="0" indent="0">
              <a:buNone/>
            </a:pPr>
            <a:r>
              <a:rPr lang="en-US" dirty="0"/>
              <a:t>	 Contrast adjustment</a:t>
            </a:r>
          </a:p>
          <a:p>
            <a:pPr marL="0" indent="0">
              <a:buNone/>
            </a:pPr>
            <a:r>
              <a:rPr lang="en-US" dirty="0"/>
              <a:t>	 Slight zoom </a:t>
            </a:r>
          </a:p>
          <a:p>
            <a:pPr marL="0" indent="0">
              <a:buNone/>
            </a:pPr>
            <a:r>
              <a:rPr lang="en-US" dirty="0"/>
              <a:t>Helps the model generalize better</a:t>
            </a:r>
            <a:r>
              <a:rPr lang="en-AE" dirty="0"/>
              <a:t>	</a:t>
            </a:r>
          </a:p>
          <a:p>
            <a:pPr marL="0" indent="0">
              <a:buNone/>
            </a:pPr>
            <a:r>
              <a:rPr lang="en-AE" dirty="0"/>
              <a:t>	</a:t>
            </a:r>
          </a:p>
          <a:p>
            <a:pPr marL="0" indent="0">
              <a:buNone/>
            </a:pPr>
            <a:endParaRPr lang="en-AE" dirty="0"/>
          </a:p>
          <a:p>
            <a:pPr>
              <a:buFont typeface="Arial" panose="020B0604020202020204" pitchFamily="34" charset="0"/>
              <a:buChar char="•"/>
            </a:pPr>
            <a:endParaRPr lang="en-AE" dirty="0"/>
          </a:p>
          <a:p>
            <a:pPr>
              <a:buFont typeface="Arial" panose="020B0604020202020204" pitchFamily="34" charset="0"/>
              <a:buChar char="•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9906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07BC-EE1F-A3C3-ADF3-B787D7CD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MODEL AND DETAILS</a:t>
            </a:r>
            <a:endParaRPr lang="en-A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E700-F8DF-335E-BC65-64E0CE635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E" dirty="0"/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 We have actually compared two different models – Transfer Learning and CNN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Proceeded with the CNN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The activation functions compared – </a:t>
            </a:r>
            <a:r>
              <a:rPr lang="en-AE" dirty="0" err="1"/>
              <a:t>ReLu</a:t>
            </a:r>
            <a:r>
              <a:rPr lang="en-AE" dirty="0"/>
              <a:t>, </a:t>
            </a:r>
            <a:r>
              <a:rPr lang="en-AE" dirty="0" err="1"/>
              <a:t>leakyReLu</a:t>
            </a:r>
            <a:r>
              <a:rPr lang="en-AE" dirty="0"/>
              <a:t>, Sigmoid, Tanh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 </a:t>
            </a:r>
            <a:r>
              <a:rPr lang="en-AE" dirty="0" err="1"/>
              <a:t>ReLu</a:t>
            </a:r>
            <a:r>
              <a:rPr lang="en-AE" dirty="0"/>
              <a:t> performs best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The optimisation function compared  - SGD, Adam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E" dirty="0"/>
              <a:t> Adam was used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4876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54D58-4DBB-4E90-C3A5-DDB55EC6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668594"/>
            <a:ext cx="10516583" cy="52005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CNN Architecture Structure:</a:t>
            </a:r>
          </a:p>
          <a:p>
            <a:r>
              <a:rPr lang="en-US" dirty="0"/>
              <a:t>Input (3x224x224)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Conv2D (16 filters) + </a:t>
            </a:r>
            <a:r>
              <a:rPr lang="en-US" dirty="0" err="1"/>
              <a:t>ReLU</a:t>
            </a:r>
            <a:r>
              <a:rPr lang="en-US" dirty="0"/>
              <a:t> + </a:t>
            </a:r>
            <a:r>
              <a:rPr lang="en-US" dirty="0" err="1"/>
              <a:t>MaxPool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dirty="0"/>
              <a:t>Conv2D (32 filters) + </a:t>
            </a:r>
            <a:r>
              <a:rPr lang="en-US" dirty="0" err="1"/>
              <a:t>ReLU</a:t>
            </a:r>
            <a:r>
              <a:rPr lang="en-US" dirty="0"/>
              <a:t> + </a:t>
            </a:r>
            <a:r>
              <a:rPr lang="en-US" dirty="0" err="1"/>
              <a:t>MaxPool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dirty="0"/>
              <a:t>Conv2D (64 filters) + </a:t>
            </a:r>
            <a:r>
              <a:rPr lang="en-US" dirty="0" err="1"/>
              <a:t>ReLU</a:t>
            </a:r>
            <a:r>
              <a:rPr lang="en-US" dirty="0"/>
              <a:t> + </a:t>
            </a:r>
            <a:r>
              <a:rPr lang="en-US" dirty="0" err="1"/>
              <a:t>MaxPool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dirty="0"/>
              <a:t>Flatten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Fully Connected (128)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Dropout (0.5)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Output (2 classes)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7477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778D-DEC3-3D74-4A0B-E029968E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Classical Models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Simple baseline model</a:t>
            </a:r>
          </a:p>
          <a:p>
            <a:pPr lvl="1"/>
            <a:r>
              <a:rPr lang="en-US" dirty="0"/>
              <a:t>Works on flattened data</a:t>
            </a:r>
          </a:p>
          <a:p>
            <a:r>
              <a:rPr lang="en-US" dirty="0"/>
              <a:t>SVM (Linear &amp; RBF)</a:t>
            </a:r>
          </a:p>
          <a:p>
            <a:pPr lvl="1"/>
            <a:r>
              <a:rPr lang="en-US" dirty="0"/>
              <a:t>Linear → simple boundary*</a:t>
            </a:r>
          </a:p>
          <a:p>
            <a:pPr lvl="1"/>
            <a:r>
              <a:rPr lang="en-US" dirty="0"/>
              <a:t>RBF → non-linear boundary (BEST)</a:t>
            </a:r>
          </a:p>
          <a:p>
            <a:r>
              <a:rPr lang="en-US" dirty="0"/>
              <a:t>Improvements:</a:t>
            </a:r>
          </a:p>
          <a:p>
            <a:pPr lvl="1"/>
            <a:r>
              <a:rPr lang="en-US" dirty="0"/>
              <a:t>Scaling (</a:t>
            </a:r>
            <a:r>
              <a:rPr lang="en-US" dirty="0" err="1"/>
              <a:t>StandardScaler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PCA (dimensionality reduction)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16846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FF55-659D-132A-7A50-3292E7C2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Training Details</a:t>
            </a:r>
          </a:p>
          <a:p>
            <a:r>
              <a:rPr lang="en-US" dirty="0"/>
              <a:t> Loss: </a:t>
            </a:r>
            <a:r>
              <a:rPr lang="en-US" dirty="0" err="1"/>
              <a:t>CrossEntropyLoss</a:t>
            </a:r>
            <a:r>
              <a:rPr lang="en-US" dirty="0"/>
              <a:t> (with class weights)</a:t>
            </a:r>
          </a:p>
          <a:p>
            <a:r>
              <a:rPr lang="en-US" dirty="0"/>
              <a:t> Optimizer: Adam</a:t>
            </a:r>
          </a:p>
          <a:p>
            <a:r>
              <a:rPr lang="en-US" dirty="0"/>
              <a:t>Learning rate: 0.0005</a:t>
            </a:r>
          </a:p>
          <a:p>
            <a:r>
              <a:rPr lang="en-US" dirty="0"/>
              <a:t> Epochs: 10</a:t>
            </a:r>
          </a:p>
          <a:p>
            <a:r>
              <a:rPr lang="en-US" dirty="0"/>
              <a:t> Batch size: 32 (mini-batch training) Key Improvement Switched from full-batch → mini-batch training</a:t>
            </a:r>
          </a:p>
          <a:p>
            <a:r>
              <a:rPr lang="en-US" dirty="0"/>
              <a:t>This solved:</a:t>
            </a:r>
          </a:p>
          <a:p>
            <a:r>
              <a:rPr lang="en-US" dirty="0"/>
              <a:t> Model collapse</a:t>
            </a:r>
          </a:p>
          <a:p>
            <a:r>
              <a:rPr lang="en-US" dirty="0"/>
              <a:t> Single-class prediction issue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9355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08F5-0E92-133B-F4CB-07AB2879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RESULT</a:t>
            </a:r>
            <a:endParaRPr lang="en-A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16875-99DA-F8C3-7CEB-CCAA8DE22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Real-Time </a:t>
            </a:r>
            <a:r>
              <a:rPr lang="en-US" dirty="0"/>
              <a:t>Performance</a:t>
            </a:r>
          </a:p>
          <a:p>
            <a:pPr marL="0" indent="0">
              <a:buNone/>
            </a:pPr>
            <a:r>
              <a:rPr lang="en-US" dirty="0"/>
              <a:t>	Webcam detects bottle orientation</a:t>
            </a:r>
          </a:p>
          <a:p>
            <a:pPr marL="0" indent="0">
              <a:buNone/>
            </a:pPr>
            <a:r>
              <a:rPr lang="en-US" dirty="0"/>
              <a:t> Outputs:    </a:t>
            </a:r>
          </a:p>
          <a:p>
            <a:pPr marL="0" indent="0">
              <a:buNone/>
            </a:pPr>
            <a:r>
              <a:rPr lang="en-US" dirty="0"/>
              <a:t> 	PASS (green box)    </a:t>
            </a:r>
          </a:p>
          <a:p>
            <a:pPr marL="0" indent="0">
              <a:buNone/>
            </a:pPr>
            <a:r>
              <a:rPr lang="en-US" dirty="0"/>
              <a:t> 	FAIL (red box)Observations</a:t>
            </a:r>
          </a:p>
          <a:p>
            <a:pPr marL="0" indent="0">
              <a:buNone/>
            </a:pPr>
            <a:r>
              <a:rPr lang="en-US" dirty="0"/>
              <a:t> Works well for:    </a:t>
            </a:r>
          </a:p>
          <a:p>
            <a:pPr marL="0" indent="0">
              <a:buNone/>
            </a:pPr>
            <a:r>
              <a:rPr lang="en-US" dirty="0"/>
              <a:t>	Clearly upright bottles     </a:t>
            </a:r>
          </a:p>
          <a:p>
            <a:pPr marL="0" indent="0">
              <a:buNone/>
            </a:pPr>
            <a:r>
              <a:rPr lang="en-US" dirty="0"/>
              <a:t>	Clearly tilted bottles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9254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FCE3-6386-A173-7573-C630BE5A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LIMITATION</a:t>
            </a:r>
            <a:endParaRPr lang="en-A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02A5-B1E7-D559-FE37-598256C67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74999"/>
            <a:ext cx="10058400" cy="4023360"/>
          </a:xfrm>
        </p:spPr>
        <p:txBody>
          <a:bodyPr/>
          <a:lstStyle/>
          <a:p>
            <a:r>
              <a:rPr lang="en-US" dirty="0"/>
              <a:t>Sensitive to lighting conditions</a:t>
            </a:r>
          </a:p>
          <a:p>
            <a:r>
              <a:rPr lang="en-US" dirty="0"/>
              <a:t>Background variation affects predictions</a:t>
            </a:r>
          </a:p>
          <a:p>
            <a:r>
              <a:rPr lang="en-US" dirty="0"/>
              <a:t>Slight tilt detection is harder</a:t>
            </a:r>
          </a:p>
          <a:p>
            <a:pPr marL="0" indent="0">
              <a:buNone/>
            </a:pPr>
            <a:r>
              <a:rPr lang="en-US" dirty="0"/>
              <a:t> Dataset still relatively small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172937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1294</TotalTime>
  <Words>494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ML-Based Visual Quality Inspection System PDE 4444 COURSEWORK</vt:lpstr>
      <vt:lpstr>THE IDEA AND SYSTEM DESCRIPTION</vt:lpstr>
      <vt:lpstr>PowerPoint Presentation</vt:lpstr>
      <vt:lpstr>THE DATASET AND DETAILS</vt:lpstr>
      <vt:lpstr>THE MODEL AND DETAILS</vt:lpstr>
      <vt:lpstr>PowerPoint Presentation</vt:lpstr>
      <vt:lpstr>PowerPoint Presentation</vt:lpstr>
      <vt:lpstr>PowerPoint Presentation</vt:lpstr>
      <vt:lpstr>RESULT</vt:lpstr>
      <vt:lpstr>LIMITATION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Satheesh L</dc:creator>
  <cp:lastModifiedBy>Gayathri Satheesh L</cp:lastModifiedBy>
  <cp:revision>1</cp:revision>
  <dcterms:created xsi:type="dcterms:W3CDTF">2026-04-19T15:27:40Z</dcterms:created>
  <dcterms:modified xsi:type="dcterms:W3CDTF">2026-04-24T06:42:29Z</dcterms:modified>
</cp:coreProperties>
</file>